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Override PartName="/ppt/presentation.xml" ContentType="application/vnd.openxmlformats-officedocument.presentationml.presentatio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  <p:defaultTextStyle>
    <a:defPPr>
      <a:defRPr lang="en-US" sz="2400"/>
    </a:defPPr>
  </p:defaultTextStyle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>
        <a:defRPr sz="3600" b="1"/>
      </a:lvl1pPr>
    </p:titleStyle>
    <p:bodyStyle>
      <a:lvl1pPr>
        <a:defRPr sz="2400"/>
      </a:lvl1pPr>
    </p:bodyStyle>
    <p:otherStyle>
      <a:lvl1pPr>
        <a:defRPr sz="2400"/>
      </a:lvl1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jpg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jpg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jpg"/>
  <Relationship Id="rId3" Type="http://schemas.openxmlformats.org/officeDocument/2006/relationships/image" Target="../media/image4.jpg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jpg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jpg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1 Title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Emotion Regulation Task</a:t>
            </a:r>
          </a:p>
        </p:txBody>
      </p:sp>
      <p:sp>
        <p:nvSpPr>
          <p:cNvPr id="3" name="Slide1 Body"/>
          <p:cNvSpPr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400"/>
              <a:t>Participant briefing</a:t>
            </a:r>
          </a:p>
          <a:p>
            <a:pPr marL="342900" indent="-171450">
              <a:buChar char="•"/>
            </a:pPr>
            <a:r>
              <a:rPr lang="en-US" sz="2400"/>
              <a:t>We will practice together after this overview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2 Title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Why We Do This</a:t>
            </a:r>
          </a:p>
        </p:txBody>
      </p:sp>
      <p:sp>
        <p:nvSpPr>
          <p:cNvPr id="3" name="Slide2 Body"/>
          <p:cNvSpPr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400"/>
              <a:t>Learn how people feel when viewing pictures</a:t>
            </a:r>
          </a:p>
          <a:p>
            <a:pPr marL="342900" indent="-171450">
              <a:buChar char="•"/>
            </a:pPr>
            <a:r>
              <a:rPr lang="en-US" sz="2400"/>
              <a:t>Your answers help us understand emotions in the brain</a:t>
            </a:r>
          </a:p>
          <a:p>
            <a:pPr marL="342900" indent="-171450">
              <a:buChar char="•"/>
            </a:pPr>
            <a:r>
              <a:rPr lang="en-US" sz="2400"/>
              <a:t>There are no right or wrong answers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3 Title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What You Will See</a:t>
            </a:r>
          </a:p>
        </p:txBody>
      </p:sp>
      <p:sp>
        <p:nvSpPr>
          <p:cNvPr id="3" name="Slide3 Body"/>
          <p:cNvSpPr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400"/>
              <a:t>A series of pictures (people, places, everyday scenes)</a:t>
            </a:r>
          </a:p>
          <a:p>
            <a:pPr marL="342900" indent="-171450">
              <a:buChar char="•"/>
            </a:pPr>
            <a:r>
              <a:rPr lang="en-US" sz="2400"/>
              <a:t>Some may feel pleasant, unpleasant, or neutral</a:t>
            </a:r>
          </a:p>
          <a:p>
            <a:pPr marL="342900" indent="-171450">
              <a:buChar char="•"/>
            </a:pPr>
            <a:r>
              <a:rPr lang="en-US" sz="2400"/>
              <a:t>All reactions are okay</a:t>
            </a:r>
          </a:p>
        </p:txBody>
      </p:sp>
      <p:pic>
        <p:nvPicPr>
          <p:cNvPr id="20" name="picture_example"/>
          <p:cNvPicPr/>
          <p:nvPr/>
        </p:nvPicPr>
        <p:blipFill>
          <a:blip r:embed="rId2"/>
          <a:stretch>
            <a:fillRect/>
          </a:stretch>
        </p:blipFill>
        <p:spPr>
          <a:xfrm>
            <a:off x="6712901" y="1828800"/>
            <a:ext cx="486219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4 Title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How You Will Respond</a:t>
            </a:r>
          </a:p>
        </p:txBody>
      </p:sp>
      <p:sp>
        <p:nvSpPr>
          <p:cNvPr id="3" name="Slide4 Body"/>
          <p:cNvSpPr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400"/>
              <a:t>After each picture, choose one of nine cartoon figures</a:t>
            </a:r>
          </a:p>
          <a:p>
            <a:pPr marL="342900" indent="-171450">
              <a:buChar char="•"/>
            </a:pPr>
            <a:r>
              <a:rPr lang="en-US" sz="2400"/>
              <a:t>Left = very negative, middle = neutral, right = very positive</a:t>
            </a:r>
          </a:p>
          <a:p>
            <a:pPr marL="342900" indent="-171450">
              <a:buChar char="•"/>
            </a:pPr>
            <a:r>
              <a:rPr lang="en-US" sz="2400"/>
              <a:t>Press the button that matches how you feel</a:t>
            </a:r>
          </a:p>
        </p:txBody>
      </p:sp>
      <p:pic>
        <p:nvPicPr>
          <p:cNvPr id="20" name="cartoon_figures"/>
          <p:cNvPicPr/>
          <p:nvPr/>
        </p:nvPicPr>
        <p:blipFill>
          <a:blip r:embed="rId2"/>
          <a:stretch>
            <a:fillRect/>
          </a:stretch>
        </p:blipFill>
        <p:spPr>
          <a:xfrm>
            <a:off x="6035040" y="3306569"/>
            <a:ext cx="5852160" cy="7020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5 Title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Two Instruction Types</a:t>
            </a:r>
          </a:p>
        </p:txBody>
      </p:sp>
      <p:sp>
        <p:nvSpPr>
          <p:cNvPr id="3" name="Slide5 Body"/>
          <p:cNvSpPr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400"/>
              <a:t>Feel freely: notice your feelings without changing them</a:t>
            </a:r>
          </a:p>
          <a:p>
            <a:pPr marL="342900" indent="-171450">
              <a:buChar char="•"/>
            </a:pPr>
            <a:r>
              <a:rPr lang="en-US" sz="2400"/>
              <a:t>Tone down: try to make feelings calmer and less intense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6 Title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Instruction Screens</a:t>
            </a:r>
          </a:p>
        </p:txBody>
      </p:sp>
      <p:sp>
        <p:nvSpPr>
          <p:cNvPr id="3" name="Slide6 Body"/>
          <p:cNvSpPr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400"/>
              <a:t>You will see one of these before each picture</a:t>
            </a:r>
          </a:p>
        </p:txBody>
      </p:sp>
      <p:pic>
        <p:nvPicPr>
          <p:cNvPr id="20" name="feel_freely"/>
          <p:cNvPicPr/>
          <p:nvPr/>
        </p:nvPicPr>
        <p:blipFill>
          <a:blip r:embed="rId2"/>
          <a:stretch>
            <a:fillRect/>
          </a:stretch>
        </p:blipFill>
        <p:spPr>
          <a:xfrm>
            <a:off x="1328286" y="2011680"/>
            <a:ext cx="3927107" cy="2926080"/>
          </a:xfrm>
          <a:prstGeom prst="rect">
            <a:avLst/>
          </a:prstGeom>
        </p:spPr>
      </p:pic>
      <p:pic>
        <p:nvPicPr>
          <p:cNvPr id="21" name="tone_down"/>
          <p:cNvPicPr/>
          <p:nvPr/>
        </p:nvPicPr>
        <p:blipFill>
          <a:blip r:embed="rId3"/>
          <a:stretch>
            <a:fillRect/>
          </a:stretch>
        </p:blipFill>
        <p:spPr>
          <a:xfrm>
            <a:off x="6853187" y="2011680"/>
            <a:ext cx="3850105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7 Title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Relax Screen</a:t>
            </a:r>
          </a:p>
        </p:txBody>
      </p:sp>
      <p:sp>
        <p:nvSpPr>
          <p:cNvPr id="3" name="Slide7 Body"/>
          <p:cNvSpPr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400"/>
              <a:t>A cross (+) appears between pictures. Just relax and look at it.</a:t>
            </a:r>
          </a:p>
        </p:txBody>
      </p:sp>
      <p:pic>
        <p:nvPicPr>
          <p:cNvPr id="20" name="relax_cross"/>
          <p:cNvPicPr/>
          <p:nvPr/>
        </p:nvPicPr>
        <p:blipFill>
          <a:blip r:embed="rId2"/>
          <a:stretch>
            <a:fillRect/>
          </a:stretch>
        </p:blipFill>
        <p:spPr>
          <a:xfrm>
            <a:off x="4191851" y="2011680"/>
            <a:ext cx="3869258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8 Title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Rating Screen Example</a:t>
            </a:r>
          </a:p>
        </p:txBody>
      </p:sp>
      <p:sp>
        <p:nvSpPr>
          <p:cNvPr id="3" name="Slide8 Body"/>
          <p:cNvSpPr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400"/>
              <a:t>After each picture, choose the figure that matches how you feel</a:t>
            </a:r>
          </a:p>
        </p:txBody>
      </p:sp>
      <p:pic>
        <p:nvPicPr>
          <p:cNvPr id="20" name="rating_example"/>
          <p:cNvPicPr/>
          <p:nvPr/>
        </p:nvPicPr>
        <p:blipFill>
          <a:blip r:embed="rId2"/>
          <a:stretch>
            <a:fillRect/>
          </a:stretch>
        </p:blipFill>
        <p:spPr>
          <a:xfrm>
            <a:off x="4015216" y="1920240"/>
            <a:ext cx="4039648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9 Title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Timing And Breaks</a:t>
            </a:r>
          </a:p>
        </p:txBody>
      </p:sp>
      <p:sp>
        <p:nvSpPr>
          <p:cNvPr id="3" name="Slide9 Body"/>
          <p:cNvSpPr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400"/>
              <a:t>120 images total</a:t>
            </a:r>
          </a:p>
          <a:p>
            <a:pPr marL="342900" indent="-171450">
              <a:buChar char="•"/>
            </a:pPr>
            <a:r>
              <a:rPr lang="en-US" sz="2400"/>
              <a:t>4 blocks of 40 pictures (about 5 minutes each)</a:t>
            </a:r>
          </a:p>
          <a:p>
            <a:pPr marL="342900" indent="-171450">
              <a:buChar char="•"/>
            </a:pPr>
            <a:r>
              <a:rPr lang="en-US" sz="2400"/>
              <a:t>Break after each block as long as you need</a:t>
            </a:r>
          </a:p>
          <a:p>
            <a:pPr marL="342900" indent="-171450">
              <a:buChar char="•"/>
            </a:pPr>
            <a:r>
              <a:rPr lang="en-US" sz="2400"/>
              <a:t>Total task time about 20 minutes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Slide10 Title"/>
          <p:cNvSpPr/>
          <p:nvPr/>
        </p:nvSpPr>
        <p:spPr>
          <a:xfrm>
            <a:off x="685800" y="457200"/>
            <a:ext cx="10789920" cy="73152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Your Comfort Matters</a:t>
            </a:r>
          </a:p>
        </p:txBody>
      </p:sp>
      <p:sp>
        <p:nvSpPr>
          <p:cNvPr id="3" name="Slide10 Body"/>
          <p:cNvSpPr/>
          <p:nvPr/>
        </p:nvSpPr>
        <p:spPr>
          <a:xfrm>
            <a:off x="685800" y="1371600"/>
            <a:ext cx="10789920" cy="493776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en-US" sz="2400"/>
              <a:t>You can pause, take a break, or stop at any time</a:t>
            </a:r>
          </a:p>
          <a:p>
            <a:pPr marL="342900" indent="-171450">
              <a:buChar char="•"/>
            </a:pPr>
            <a:r>
              <a:rPr lang="en-US" sz="2400"/>
              <a:t>Tell us if anything feels uncomfortable</a:t>
            </a:r>
          </a:p>
          <a:p>
            <a:pPr marL="342900" indent="-171450">
              <a:buChar char="•"/>
            </a:pPr>
            <a:r>
              <a:rPr lang="en-US" sz="2400"/>
              <a:t>Thank you for helping with this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Slides>10</Slides>
  <HeadingPairs>
    <vt:vector size="2" baseType="variant">
      <vt:variant>
        <vt:lpstr>Slides</vt:lpstr>
      </vt:variant>
      <vt:variant>
        <vt:i4>10</vt:i4>
      </vt:variant>
    </vt:vector>
  </HeadingPairs>
  <TitlesOfParts>
    <vt:vector size="10" baseType="lpstr">
      <vt:lpstr>Emotion Regulation Task</vt:lpstr>
      <vt:lpstr>Why We Do This</vt:lpstr>
      <vt:lpstr>What You Will See</vt:lpstr>
      <vt:lpstr>How You Will Respond</vt:lpstr>
      <vt:lpstr>Two Instruction Types</vt:lpstr>
      <vt:lpstr>Instruction Screens</vt:lpstr>
      <vt:lpstr>Relax Screen</vt:lpstr>
      <vt:lpstr>Rating Screen Example</vt:lpstr>
      <vt:lpstr>Timing And Breaks</vt:lpstr>
      <vt:lpstr>Your Comfort Matters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 Regulation Task Briefing</dc:title>
  <dc:creator>Codex</dc:creator>
  <cp:lastModifiedBy>Codex</cp:lastModifiedBy>
  <dcterms:created xsi:type="dcterms:W3CDTF">2026-03-05T22:44:03Z</dcterms:created>
  <dcterms:modified xsi:type="dcterms:W3CDTF">2026-03-05T22:44:03Z</dcterms:modified>
</cp:coreProperties>
</file>